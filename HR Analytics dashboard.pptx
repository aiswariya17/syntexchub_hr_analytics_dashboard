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SWARIYA R" userId="3e6fa84803a654bd" providerId="LiveId" clId="{1F99FA0D-10C8-4648-AB72-829527D175B7}"/>
    <pc:docChg chg="modSld">
      <pc:chgData name="AISWARIYA R" userId="3e6fa84803a654bd" providerId="LiveId" clId="{1F99FA0D-10C8-4648-AB72-829527D175B7}" dt="2026-06-27T07:10:24.070" v="1" actId="14100"/>
      <pc:docMkLst>
        <pc:docMk/>
      </pc:docMkLst>
      <pc:sldChg chg="modSp mod">
        <pc:chgData name="AISWARIYA R" userId="3e6fa84803a654bd" providerId="LiveId" clId="{1F99FA0D-10C8-4648-AB72-829527D175B7}" dt="2026-06-27T07:10:24.070" v="1" actId="14100"/>
        <pc:sldMkLst>
          <pc:docMk/>
          <pc:sldMk cId="1658788887" sldId="257"/>
        </pc:sldMkLst>
        <pc:picChg chg="mod">
          <ac:chgData name="AISWARIYA R" userId="3e6fa84803a654bd" providerId="LiveId" clId="{1F99FA0D-10C8-4648-AB72-829527D175B7}" dt="2026-06-27T07:10:24.070" v="1" actId="14100"/>
          <ac:picMkLst>
            <pc:docMk/>
            <pc:sldMk cId="1658788887" sldId="257"/>
            <ac:picMk id="3" creationId="{96D0C6CC-8BCB-14A1-E1FA-A5C931A37F1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F24A9-E9AE-BB71-ACED-96E47CA00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2564A-2E8C-6A85-8A13-1FDF51CEA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ECC2B-5EBB-E1E2-ADD4-17D22316A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363F7-269B-BBE6-D6E0-B6F3F458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B4424-D8A6-DC08-66B4-79992964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08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9DE69-8808-FAE8-F549-5D096C09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5621F-7B83-BF57-3115-E2077E742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E15AD-4590-B3E5-7353-664D7594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C95A6-B140-178F-76A5-C22F24B5C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5A5CE-84D3-C700-204A-38E874A41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004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2A634-4CA2-7C59-D5B3-F727E9128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60F27-9125-9C4B-9973-B04B250A8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C4CE7-DC3C-41AC-634D-EE51CE46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F962A-1D8E-6A8E-4DE0-EB427AC75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44083-BF63-0A9C-1B73-0CAF2AB67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408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651-54F7-88BB-3B8A-E74BCBA34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FC6F-9DE3-EA4A-0281-81EF95D99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509E4-D5A0-D62E-93B6-9B23F8A4A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AC0E9-D8D6-A100-883E-23FEB778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966EA-2852-85EB-12F7-532EDDA8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A971E-488F-840C-D68C-96EF90E0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05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1FD9C-2698-4884-1174-AC468AFED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B7033-E711-4A53-AF07-684472D1C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A9362-78DA-5983-29FC-BD8FE0A56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96D91-9FF3-85F5-0401-12C16F097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EB189-F19F-FFBE-D528-6E71842F4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76E1A4-3D42-DA06-389E-A87F97252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F0BB4-1B0F-D712-EC6C-A0DE7073D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A12EF-8F4B-D1D3-C35D-97C0D5F2B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66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63769-F824-38B1-B0C7-41AD2427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950CA-081F-F2F9-1C44-9C05A7022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CD8EA-D77C-D96B-06EE-3869B9AA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AF8AF-866F-1553-B1A9-7950194A8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02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119360-BAA5-0F8E-522D-D7C7E0D3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0204A-C444-88CE-0620-A9F7A9AE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E3A0E-BD8C-BC70-3A45-AAE42F0FE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027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FB175-6D46-5F36-5940-B9DD6518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EFC04-C1A0-ECB4-1DEC-EC22FA5CA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43790-865D-0201-4505-33EB26E68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7480B-3345-0FFA-4E09-D49E0601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52D86-3191-7056-0BB8-F1CD26AF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8CE0E-9E35-FD01-5989-89DFF92F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62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F8D6-177C-DDC6-7307-5669CC2BC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8B46AB-5292-B7C6-1855-D03173A0C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E3687-D8A5-3BC5-4E9C-45C9AB870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7D4A4-DAFE-F422-3535-44A8F3C7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D6401-4D14-EEE9-EAA8-8639A6D1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CFB63-0EDA-D04D-2296-C6F6480B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19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E68E7-9302-2FD2-DB8F-A065622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C4B9E-9F1E-1BB1-3F26-85B7D32A1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F7FB7-1378-F9E3-E20A-46464EF34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FB8A0-FE44-56D9-F457-CECE23F8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893A4-D354-1303-94DD-AE2DB2FE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44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19B093-5BF7-6C79-CBB3-D905EA4BD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F9CA7-7FA6-7F8E-CB38-DBB14427D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2EFA3-7F6A-7B6A-DB0C-5E5E37B61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A4F9-A997-6FA4-758C-6B810B71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4546B-C410-A7B0-70AE-83E9C7D51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10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86AB3-850F-A19B-0B0B-C79F89FE0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CDB00-F55D-A88D-FBF0-011484EF5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73FD2-A050-A4B5-E944-91094E58F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9E7A3-F36C-4AF3-B94E-68E858E8CA93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1557D-10D6-947B-0AB6-1BDE312B07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D7D61-3BA8-F423-D683-919D7A32D9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172BA-E133-43F4-8573-6720F7309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106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B079D-2345-DEFF-3D6D-E2637C4F1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HR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4B452-D65C-090B-834B-1EDB18AA65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84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D0C6CC-8BCB-14A1-E1FA-A5C931A37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723270"/>
            <a:ext cx="7315215" cy="51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8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AAFB53-087D-7FA8-3E3B-B4F475DC5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144" y="475482"/>
            <a:ext cx="6535711" cy="638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07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0E3EEC-0699-8103-60A4-47E4C79D9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702" y="509666"/>
            <a:ext cx="8934138" cy="523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5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40C021-5D4D-F45A-DF30-AEEE1ABC0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37477"/>
            <a:ext cx="7315215" cy="682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46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27E94A-01A3-4EE0-D493-70132C9DE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794"/>
            <a:ext cx="12192000" cy="631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4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HR Analytics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AISWARIYA R</dc:creator>
  <cp:lastModifiedBy>AISWARIYA R</cp:lastModifiedBy>
  <cp:revision>1</cp:revision>
  <dcterms:created xsi:type="dcterms:W3CDTF">2026-06-27T07:03:35Z</dcterms:created>
  <dcterms:modified xsi:type="dcterms:W3CDTF">2026-06-27T07:10:26Z</dcterms:modified>
</cp:coreProperties>
</file>